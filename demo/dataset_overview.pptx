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Dataset Overview: Train / Val / Test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CS785 Binary Function Name Recovery — 64,062 functions from 172 binaries (O0 + O2)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9692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14400"/>
                <a:gridCol w="1097280"/>
                <a:gridCol w="1005840"/>
                <a:gridCol w="1005840"/>
                <a:gridCol w="822960"/>
                <a:gridCol w="219456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Binaries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Functions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O0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O2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O0 %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Packages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4EC9B0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D2D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6BCB77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50,394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23,895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26,499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47.4%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25 (shared)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Model learning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4EC9B0"/>
                          </a:solidFill>
                        </a:defRPr>
                      </a:pPr>
                      <a:r>
                        <a:t>Val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4,695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1,469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3,226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31.3%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 (subset)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Epoch selection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A500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8,973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4,528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4,445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50.5%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 (subset)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Held-out eval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BB86FC"/>
                          </a:solidFill>
                        </a:defRPr>
                      </a:pPr>
                      <a:r>
                        <a:t>Demo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~205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~205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 (unseen)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Generalization</a:t>
                      </a:r>
                    </a:p>
                  </a:txBody>
                  <a:tcPr anchor="ctr">
                    <a:solidFill>
                      <a:srgbClr val="1E1E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6B6B"/>
                          </a:solidFill>
                        </a:defRPr>
                      </a:pPr>
                      <a:r>
                        <a:t>Demo-Exp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~5,400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~2,700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~2,700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~50%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 (unseen)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Cross-package</a:t>
                      </a:r>
                    </a:p>
                  </a:txBody>
                  <a:tcPr anchor="ctr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3520440"/>
            <a:ext cx="3566160" cy="1463040"/>
          </a:xfrm>
          <a:prstGeom prst="roundRect">
            <a:avLst/>
          </a:prstGeom>
          <a:solidFill>
            <a:srgbClr val="1E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6BCB77"/>
                </a:solidFill>
              </a:defRPr>
            </a:pPr>
            <a:r>
              <a:t>Train / Val / Test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Same 25 GNU packages, split at binary level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e.g. binutils_objdump → Train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     binutils_nm-new → Test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Shared function names across binaries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3520440"/>
            <a:ext cx="3657600" cy="1463040"/>
          </a:xfrm>
          <a:prstGeom prst="roundRect">
            <a:avLst/>
          </a:prstGeom>
          <a:solidFill>
            <a:srgbClr val="3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BB86FC"/>
                </a:solidFill>
              </a:defRPr>
            </a:pPr>
            <a:r>
              <a:t>Demo (diffutils)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Completely unseen package (O2 only)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118 matched functions with ground truth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~60% gnulib overlap with training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Primary generalization metric: 62.7% 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3520440"/>
            <a:ext cx="3657600" cy="1463040"/>
          </a:xfrm>
          <a:prstGeom prst="roundRect">
            <a:avLst/>
          </a:prstGeom>
          <a:solidFill>
            <a:srgbClr val="3A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Demo-Expanded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6 unseen C packages, O0 + O2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datamash, direvent, csplit2,</a:t>
            </a:r>
          </a:p>
          <a:p>
            <a:pPr>
              <a:defRPr sz="1100">
                <a:solidFill>
                  <a:srgbClr val="CCCCCC"/>
                </a:solidFill>
              </a:defRPr>
            </a:pPr>
            <a:r>
              <a:t>texinfo, cppi, hello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Tests cross-package + cross-opt generalization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</a:defRPr>
            </a:pPr>
            <a:r>
              <a:t>Package Distribution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5778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BCB77"/>
                </a:solidFill>
              </a:defRPr>
            </a:pPr>
            <a:r>
              <a:t>Training packages (25):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bash  binutils  bison  coreutils  cpio  enscript  findutils  flex  gawk  gperf  grep  gzip</a:t>
            </a:r>
            <a:br/>
            <a:r>
              <a:t>inetutils  less  m4  make  nano  patch  screen  sed  tar  time  units  which  coreutils2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77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</a:defRPr>
            </a:pPr>
            <a:r>
              <a:t>Unseen packages (7):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852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diffutils (Demo)  |  datamash  direvent  csplit2  texinfo  cppi  hello (Demo-Exp)</a:t>
            </a:r>
            <a:br/>
            <a:r>
              <a:t>Not a single binary from these packages appears in training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6400800"/>
            <a:ext cx="11247120" cy="32004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EC9B0"/>
                </a:solidFill>
              </a:defRPr>
            </a:pPr>
            <a:r>
              <a:t>Key: Train/Val/Test split by binary (same packages)  |  Demo/Demo-Exp split by package (fully unseen)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